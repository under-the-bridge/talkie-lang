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31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2D002-F99A-4B57-ABDA-8E543BB55568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20F69-712B-425D-973F-32C84C23B9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0896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2D002-F99A-4B57-ABDA-8E543BB55568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20F69-712B-425D-973F-32C84C23B9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6425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2D002-F99A-4B57-ABDA-8E543BB55568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20F69-712B-425D-973F-32C84C23B9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8361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2D002-F99A-4B57-ABDA-8E543BB55568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20F69-712B-425D-973F-32C84C23B9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6998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2D002-F99A-4B57-ABDA-8E543BB55568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20F69-712B-425D-973F-32C84C23B9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968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2D002-F99A-4B57-ABDA-8E543BB55568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20F69-712B-425D-973F-32C84C23B9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256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2D002-F99A-4B57-ABDA-8E543BB55568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20F69-712B-425D-973F-32C84C23B9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853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2D002-F99A-4B57-ABDA-8E543BB55568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20F69-712B-425D-973F-32C84C23B9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806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2D002-F99A-4B57-ABDA-8E543BB55568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20F69-712B-425D-973F-32C84C23B9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90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2D002-F99A-4B57-ABDA-8E543BB55568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20F69-712B-425D-973F-32C84C23B9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1622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2D002-F99A-4B57-ABDA-8E543BB55568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20F69-712B-425D-973F-32C84C23B9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9271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2D002-F99A-4B57-ABDA-8E543BB55568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20F69-712B-425D-973F-32C84C23B9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0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29915" y="1776663"/>
            <a:ext cx="10732169" cy="2009274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Проектирование и разработка автоматизированной информационной системы изучения иностранных слов с геймификацией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288758"/>
            <a:ext cx="12192000" cy="182478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tabLst>
                <a:tab pos="3771900" algn="l"/>
              </a:tabLst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Министерство образования и науки Республики Башкортостан</a:t>
            </a:r>
          </a:p>
          <a:p>
            <a:pPr>
              <a:lnSpc>
                <a:spcPct val="110000"/>
              </a:lnSpc>
              <a:tabLst>
                <a:tab pos="3771900" algn="l"/>
              </a:tabLst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Государственное автономное профессиональное образовательное учреждение</a:t>
            </a:r>
          </a:p>
          <a:p>
            <a:pPr>
              <a:lnSpc>
                <a:spcPct val="110000"/>
              </a:lnSpc>
              <a:tabLst>
                <a:tab pos="3771900" algn="l"/>
              </a:tabLst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Уфимский колледж статистики, информатики и вычислительной техники</a:t>
            </a:r>
          </a:p>
          <a:p>
            <a:endParaRPr lang="ru-RU" spc="22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1986589A-02A4-97E2-C45D-FCE2A162EF14}"/>
              </a:ext>
            </a:extLst>
          </p:cNvPr>
          <p:cNvSpPr txBox="1">
            <a:spLocks/>
          </p:cNvSpPr>
          <p:nvPr/>
        </p:nvSpPr>
        <p:spPr>
          <a:xfrm>
            <a:off x="729915" y="4402304"/>
            <a:ext cx="4098759" cy="1743075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Clr>
                <a:srgbClr val="000000"/>
              </a:buClr>
              <a:buFont typeface="Arial"/>
              <a:buNone/>
              <a:tabLst>
                <a:tab pos="3771900" algn="l"/>
              </a:tabLst>
            </a:pPr>
            <a:r>
              <a:rPr lang="ru-RU" sz="4900" i="1" dirty="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Студент: Икбаев Р. Ф.</a:t>
            </a:r>
          </a:p>
          <a:p>
            <a:pPr algn="just">
              <a:lnSpc>
                <a:spcPct val="150000"/>
              </a:lnSpc>
              <a:buClr>
                <a:srgbClr val="000000"/>
              </a:buClr>
              <a:buFont typeface="Arial"/>
              <a:buNone/>
              <a:tabLst>
                <a:tab pos="3771900" algn="l"/>
              </a:tabLst>
            </a:pPr>
            <a:r>
              <a:rPr lang="ru-RU" sz="4900" i="1" dirty="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Группа: 23ВЕБ-2</a:t>
            </a:r>
          </a:p>
          <a:p>
            <a:pPr algn="just">
              <a:lnSpc>
                <a:spcPct val="150000"/>
              </a:lnSpc>
              <a:buClr>
                <a:srgbClr val="000000"/>
              </a:buClr>
              <a:buFont typeface="Arial"/>
              <a:buNone/>
              <a:tabLst>
                <a:tab pos="3771900" algn="l"/>
              </a:tabLst>
            </a:pPr>
            <a:r>
              <a:rPr lang="ru-RU" sz="4900" i="1" dirty="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Руководитель: Дмитриева Е.К</a:t>
            </a: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664785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5063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075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7898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8223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560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2439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2134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0946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57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4213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84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5856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473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5892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716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098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8130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584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1009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9341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41189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18185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2748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7404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Красный и фиолетовый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44</Words>
  <Application>Microsoft Office PowerPoint</Application>
  <PresentationFormat>Широкоэкранный</PresentationFormat>
  <Paragraphs>7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Segoe UI</vt:lpstr>
      <vt:lpstr>Тема Office</vt:lpstr>
      <vt:lpstr>Проектирование и разработка автоматизированной информационной системы изучения иностранных слов с геймификацией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и разработка автоматизированной информационной системы изучения иностранных слов с геймификацией</dc:title>
  <dc:creator>Astolfo</dc:creator>
  <cp:lastModifiedBy>Astolfo</cp:lastModifiedBy>
  <cp:revision>4</cp:revision>
  <dcterms:created xsi:type="dcterms:W3CDTF">2026-06-24T22:56:24Z</dcterms:created>
  <dcterms:modified xsi:type="dcterms:W3CDTF">2026-06-25T16:37:57Z</dcterms:modified>
</cp:coreProperties>
</file>